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627" r:id="rId2"/>
    <p:sldId id="285" r:id="rId3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01"/>
    <p:restoredTop sz="94669"/>
  </p:normalViewPr>
  <p:slideViewPr>
    <p:cSldViewPr snapToGrid="0" snapToObjects="1">
      <p:cViewPr varScale="1">
        <p:scale>
          <a:sx n="152" d="100"/>
          <a:sy n="152" d="100"/>
        </p:scale>
        <p:origin x="320" y="17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AA34A-B98B-374C-9696-DDF9501E09F3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A36040-656E-2D4D-968D-94ED36ADA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1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06E946-4E9C-4094-B6E0-07BF07D4B72E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8233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9090524-93D1-5548-9937-821F0E639D2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86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80A359-2FB3-4847-9D97-3491754AA7F9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444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8603A-2399-D64A-8203-C8F297F981E8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4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35563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71F39-3D09-F149-B1A1-DC2A7DB4A435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886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76377"/>
            <a:ext cx="4038600" cy="31182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76377"/>
            <a:ext cx="4038600" cy="311824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E7E973-E761-9943-801C-DE1E51E28431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6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50504"/>
            <a:ext cx="8229600" cy="80129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CE534-2B3A-FA4B-B87A-8AC244117610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9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DFFB5-C0BC-DE4D-9A38-E0EE75FC9E15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286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2570F-F7E3-1F40-B6F3-59FE945D5A70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0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1E9B0-C3DF-544F-BB14-A487ECCC7F43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402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C4B1CF-5E0C-5D41-A3E2-D78942339385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09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C5DAC-1A13-D34F-9418-D6257772B49C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9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C0D93-568E-6D41-8E6D-0963A71A503C}" type="datetimeFigureOut">
              <a:rPr lang="en-US"/>
              <a:pPr>
                <a:defRPr/>
              </a:pPr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10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675085"/>
            <a:ext cx="8229600" cy="801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2266950"/>
            <a:ext cx="8229600" cy="2327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944504B-B211-B34D-97AF-78446C71FCDD}" type="datetimeFigureOut">
              <a:rPr lang="en-US" smtClean="0"/>
              <a:pPr>
                <a:defRPr/>
              </a:pPr>
              <a:t>6/2/26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52194" cy="457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0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i.org/10.3389/fpls.2025.1495662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88;p17">
            <a:extLst>
              <a:ext uri="{FF2B5EF4-FFF2-40B4-BE49-F238E27FC236}">
                <a16:creationId xmlns:a16="http://schemas.microsoft.com/office/drawing/2014/main" id="{FAC5967D-1FC5-1C4E-9B47-CD7C30D04CB2}"/>
              </a:ext>
            </a:extLst>
          </p:cNvPr>
          <p:cNvSpPr txBox="1">
            <a:spLocks/>
          </p:cNvSpPr>
          <p:nvPr/>
        </p:nvSpPr>
        <p:spPr>
          <a:xfrm>
            <a:off x="415635" y="2214099"/>
            <a:ext cx="8312727" cy="9447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sz="2700" b="1" dirty="0">
                <a:latin typeface="Garamond" panose="02020404030301010803" pitchFamily="18" charset="0"/>
                <a:cs typeface="Times New Roman" panose="02020603050405020304" pitchFamily="18" charset="0"/>
              </a:rPr>
              <a:t>Simulations</a:t>
            </a:r>
          </a:p>
        </p:txBody>
      </p:sp>
      <p:sp>
        <p:nvSpPr>
          <p:cNvPr id="10" name="Google Shape;89;p17">
            <a:extLst>
              <a:ext uri="{FF2B5EF4-FFF2-40B4-BE49-F238E27FC236}">
                <a16:creationId xmlns:a16="http://schemas.microsoft.com/office/drawing/2014/main" id="{99D5CA0B-F10C-B148-9ADF-BEB8C1CC30F9}"/>
              </a:ext>
            </a:extLst>
          </p:cNvPr>
          <p:cNvSpPr txBox="1">
            <a:spLocks/>
          </p:cNvSpPr>
          <p:nvPr/>
        </p:nvSpPr>
        <p:spPr>
          <a:xfrm>
            <a:off x="1406045" y="3606328"/>
            <a:ext cx="6331909" cy="11609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C00000"/>
                </a:solidFill>
                <a:latin typeface="Garamond" panose="02020404030301010803" pitchFamily="18" charset="0"/>
                <a:cs typeface="Times New Roman" pitchFamily="18" charset="0"/>
              </a:rPr>
              <a:t>Roberto Fritsche-Neto</a:t>
            </a:r>
          </a:p>
          <a:p>
            <a:pPr marL="0" indent="0" algn="ctr">
              <a:buNone/>
            </a:pPr>
            <a:r>
              <a:rPr lang="en-US" sz="1500" dirty="0">
                <a:latin typeface="Garamond" panose="02020404030301010803" pitchFamily="18" charset="0"/>
                <a:cs typeface="Times New Roman" pitchFamily="18" charset="0"/>
              </a:rPr>
              <a:t>Assistant Professor - Vegetable Molecular Breeding</a:t>
            </a:r>
          </a:p>
          <a:p>
            <a:pPr marL="0" indent="0" algn="ctr">
              <a:buNone/>
            </a:pPr>
            <a:endParaRPr lang="en-US" sz="1500" dirty="0">
              <a:latin typeface="Garamond" panose="02020404030301010803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1500" b="1">
                <a:solidFill>
                  <a:srgbClr val="C00000"/>
                </a:solidFill>
                <a:latin typeface="Garamond" panose="02020404030301010803" pitchFamily="18" charset="0"/>
                <a:cs typeface="Times New Roman" pitchFamily="18" charset="0"/>
              </a:rPr>
              <a:t>2026</a:t>
            </a:r>
            <a:endParaRPr lang="en-US" sz="1500" dirty="0">
              <a:latin typeface="Garamond" panose="02020404030301010803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A55D11-4277-D210-2D3D-604584320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D4FFB-4E99-450A-8CB0-F98DC51F07B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Google Shape;88;p17">
            <a:extLst>
              <a:ext uri="{FF2B5EF4-FFF2-40B4-BE49-F238E27FC236}">
                <a16:creationId xmlns:a16="http://schemas.microsoft.com/office/drawing/2014/main" id="{189A9E52-426E-EC94-92A8-622436F87D02}"/>
              </a:ext>
            </a:extLst>
          </p:cNvPr>
          <p:cNvSpPr txBox="1">
            <a:spLocks/>
          </p:cNvSpPr>
          <p:nvPr/>
        </p:nvSpPr>
        <p:spPr>
          <a:xfrm>
            <a:off x="415636" y="579209"/>
            <a:ext cx="8312727" cy="152154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68569" tIns="34275" rIns="68569" bIns="34275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Garamond" panose="02020404030301010803" pitchFamily="18" charset="0"/>
                <a:cs typeface="Times New Roman" pitchFamily="18" charset="0"/>
              </a:rPr>
              <a:t>College of Agriculture and Life Sciences</a:t>
            </a:r>
          </a:p>
          <a:p>
            <a:r>
              <a:rPr lang="en-US" sz="1800" dirty="0">
                <a:latin typeface="Garamond" panose="02020404030301010803" pitchFamily="18" charset="0"/>
                <a:cs typeface="Times New Roman" pitchFamily="18" charset="0"/>
              </a:rPr>
              <a:t>Department of Horticulture Sciences</a:t>
            </a:r>
          </a:p>
          <a:p>
            <a:r>
              <a:rPr lang="en-US" sz="1800" dirty="0">
                <a:latin typeface="Garamond" panose="02020404030301010803" pitchFamily="18" charset="0"/>
                <a:cs typeface="Times New Roman" pitchFamily="18" charset="0"/>
              </a:rPr>
              <a:t>Plant Breeding Consortium</a:t>
            </a:r>
          </a:p>
          <a:p>
            <a:r>
              <a:rPr lang="en-US" altLang="x-none" sz="1800" dirty="0">
                <a:latin typeface="Garamond" panose="02020404030301010803" pitchFamily="18" charset="0"/>
                <a:cs typeface="Times New Roman" pitchFamily="18" charset="0"/>
              </a:rPr>
              <a:t>CS/HS 541 Plant Breeding Methods</a:t>
            </a:r>
            <a:endParaRPr lang="en-US" sz="1800" dirty="0">
              <a:latin typeface="Garamond" panose="02020404030301010803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5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BD43C23-37A7-0A39-8DA8-2D334D3181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24"/>
          <a:stretch>
            <a:fillRect/>
          </a:stretch>
        </p:blipFill>
        <p:spPr>
          <a:xfrm>
            <a:off x="70873" y="719963"/>
            <a:ext cx="3153280" cy="38414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AF762E-818B-266E-49BC-EA3DEDCA5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2479" y="1371235"/>
            <a:ext cx="2585816" cy="3519187"/>
          </a:xfrm>
          <a:prstGeom prst="rect">
            <a:avLst/>
          </a:prstGeom>
        </p:spPr>
      </p:pic>
      <p:sp>
        <p:nvSpPr>
          <p:cNvPr id="3" name="Título 1"/>
          <p:cNvSpPr txBox="1">
            <a:spLocks/>
          </p:cNvSpPr>
          <p:nvPr/>
        </p:nvSpPr>
        <p:spPr>
          <a:xfrm>
            <a:off x="1449287" y="189315"/>
            <a:ext cx="6172200" cy="651272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x-none" sz="2700" b="1" dirty="0">
                <a:latin typeface="Garamond" panose="02020404030301010803" pitchFamily="18" charset="0"/>
                <a:ea typeface="Times New Roman" charset="0"/>
                <a:cs typeface="Times New Roman" charset="0"/>
              </a:rPr>
              <a:t>Overview</a:t>
            </a:r>
            <a:endParaRPr lang="pt-BR" altLang="pt-BR" sz="2700" b="1" baseline="-25000" dirty="0">
              <a:latin typeface="Garamond" panose="02020404030301010803" pitchFamily="18" charset="0"/>
              <a:ea typeface="Times New Roman" charset="0"/>
              <a:cs typeface="Times New Roman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CE640D5-7426-1E03-304F-7EBEF54C2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2513" y="719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DBD344-0E35-9584-19E4-870DFC03B34E}"/>
              </a:ext>
            </a:extLst>
          </p:cNvPr>
          <p:cNvSpPr txBox="1"/>
          <p:nvPr/>
        </p:nvSpPr>
        <p:spPr>
          <a:xfrm>
            <a:off x="5686435" y="840587"/>
            <a:ext cx="343927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Garamond" panose="02020404030301010803" pitchFamily="18" charset="0"/>
              </a:rPr>
              <a:t>Main steps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Garamond" panose="02020404030301010803" pitchFamily="18" charset="0"/>
              </a:rPr>
              <a:t>Outlining the breeding program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Garamond" panose="02020404030301010803" pitchFamily="18" charset="0"/>
              </a:rPr>
              <a:t>Specifying global parameters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Garamond" panose="02020404030301010803" pitchFamily="18" charset="0"/>
              </a:rPr>
              <a:t>Simulating genomes and founders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Garamond" panose="02020404030301010803" pitchFamily="18" charset="0"/>
              </a:rPr>
              <a:t>Filling the breeding pipeline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Garamond" panose="02020404030301010803" pitchFamily="18" charset="0"/>
              </a:rPr>
              <a:t>Running the burn-in phase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Garamond" panose="02020404030301010803" pitchFamily="18" charset="0"/>
              </a:rPr>
              <a:t>Running the future phase with competing scenarios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Garamond" panose="02020404030301010803" pitchFamily="18" charset="0"/>
              </a:rPr>
              <a:t>Replication and examining the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B37F35-591E-E431-243C-971E25225C26}"/>
              </a:ext>
            </a:extLst>
          </p:cNvPr>
          <p:cNvSpPr txBox="1"/>
          <p:nvPr/>
        </p:nvSpPr>
        <p:spPr>
          <a:xfrm>
            <a:off x="639322" y="4671402"/>
            <a:ext cx="17828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aramond" panose="02020404030301010803" pitchFamily="18" charset="0"/>
              </a:rPr>
              <a:t>DOI: 10.1002/csc2.21312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1B5009-DCDA-B615-F001-E1C8437D5068}"/>
              </a:ext>
            </a:extLst>
          </p:cNvPr>
          <p:cNvSpPr txBox="1"/>
          <p:nvPr/>
        </p:nvSpPr>
        <p:spPr>
          <a:xfrm>
            <a:off x="2996494" y="4854003"/>
            <a:ext cx="2831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aramond" panose="02020404030301010803" pitchFamily="18" charset="0"/>
              </a:rPr>
              <a:t> </a:t>
            </a:r>
            <a:r>
              <a:rPr lang="en-US" sz="1200" dirty="0">
                <a:latin typeface="Garamond" panose="02020404030301010803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https://doi.org/10.3389/fpls.2025.1495662</a:t>
            </a:r>
            <a:endParaRPr lang="en-US" sz="1200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19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</p:bldLst>
  </p:timing>
</p:sld>
</file>

<file path=ppt/theme/theme1.xml><?xml version="1.0" encoding="utf-8"?>
<a:theme xmlns:a="http://schemas.openxmlformats.org/drawingml/2006/main" name="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NCStateU-horizontal-left-logo</Template>
  <TotalTime>302</TotalTime>
  <Words>84</Words>
  <Application>Microsoft Macintosh PowerPoint</Application>
  <PresentationFormat>On-screen Show (16:9)</PresentationFormat>
  <Paragraphs>23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Garamond</vt:lpstr>
      <vt:lpstr>NCStateU-horizontal-left-logo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Roberto Fritsche Neto</dc:creator>
  <cp:lastModifiedBy>Roberto Fritsche Neto</cp:lastModifiedBy>
  <cp:revision>74</cp:revision>
  <dcterms:created xsi:type="dcterms:W3CDTF">2025-05-02T14:01:45Z</dcterms:created>
  <dcterms:modified xsi:type="dcterms:W3CDTF">2026-06-02T19:23:40Z</dcterms:modified>
</cp:coreProperties>
</file>